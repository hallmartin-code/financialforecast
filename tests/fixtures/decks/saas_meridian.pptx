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'Meridian Freight OS'.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'The problem'.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'Why now'.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'Product'.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'Traction'.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'Customer evidence'.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'Market'.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'Business model'.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'Competition'.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'Team'.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'The ask'.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'Milestones'.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Meridian Freight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Exception management for mid-market freight brokers</a:t>
            </a:r>
          </a:p>
          <a:p>
            <a:r>
              <a:rPr sz="1600"/>
              <a:t>Seed round - March 2026</a:t>
            </a:r>
          </a:p>
          <a:p>
            <a:r>
              <a:rPr sz="1600"/>
              <a:t>hello@meridianfreight.example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Mid-market brokers run 60-80% of shipment exceptions through email and phone</a:t>
            </a:r>
          </a:p>
          <a:p>
            <a:r>
              <a:rPr sz="1600"/>
              <a:t>A single mishandled exception costs an average of $410 in penalties and re-work</a:t>
            </a:r>
          </a:p>
          <a:p>
            <a:r>
              <a:rPr sz="1600"/>
              <a:t>Brokers we surveyed lose 11 hours per dispatcher per week to exception chasing</a:t>
            </a:r>
          </a:p>
          <a:p>
            <a:r>
              <a:rPr sz="1600"/>
              <a:t>Source: internal survey of 42 brokerages, Q4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FMCSA broker transparency rules took effect January 2026</a:t>
            </a:r>
          </a:p>
          <a:p>
            <a:r>
              <a:rPr sz="1600"/>
              <a:t>Shippers now demand exception audit trails as a contract term</a:t>
            </a:r>
          </a:p>
          <a:p>
            <a:r>
              <a:rPr sz="1600"/>
              <a:t>Legacy TMS vendors price integrations at $60K+ per year, out of reach mid-market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Meridian ingests EDI 214 and email status updates and classifies exceptions automatically</a:t>
            </a:r>
          </a:p>
          <a:p>
            <a:r>
              <a:rPr sz="1600"/>
              <a:t>Dispatcher console proposes a resolution and drafts the customer update</a:t>
            </a:r>
          </a:p>
          <a:p>
            <a:r>
              <a:rPr sz="1600"/>
              <a:t>Deploys in 3 weeks alongside the incumbent TMS - no rip and replace</a:t>
            </a:r>
          </a:p>
          <a:p>
            <a:r>
              <a:rPr sz="1600"/>
              <a:t>Live integrations: McLeod, Turvo, Aljex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$2.4M ARR as of Q2 2026</a:t>
            </a:r>
          </a:p>
          <a:p>
            <a:r>
              <a:rPr sz="1600"/>
              <a:t>118% year-over-year ARR growth</a:t>
            </a:r>
          </a:p>
          <a:p>
            <a:r>
              <a:rPr sz="1600"/>
              <a:t>37 paying brokerages</a:t>
            </a:r>
          </a:p>
          <a:p>
            <a:r>
              <a:rPr sz="1600"/>
              <a:t>Gross margin 71%</a:t>
            </a:r>
          </a:p>
          <a:p>
            <a:r>
              <a:rPr sz="1600"/>
              <a:t>Net revenue retention 114%</a:t>
            </a:r>
          </a:p>
          <a:p>
            <a:r>
              <a:rPr sz="1600"/>
              <a:t>Average contract value $64,800</a:t>
            </a:r>
          </a:p>
          <a:p>
            <a:r>
              <a:rPr sz="1600"/>
              <a:t>Logo churn 6% over the trailing twelve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Customer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Ridgeline Logistics cut exception handling time 42% in the first 90 days</a:t>
            </a:r>
          </a:p>
          <a:p>
            <a:r>
              <a:rPr sz="1600"/>
              <a:t>Two of the top five customers expanded seats within 6 months</a:t>
            </a:r>
          </a:p>
          <a:p>
            <a:r>
              <a:rPr sz="1600"/>
              <a:t>Sales cycle averages 74 days from first call to signature</a:t>
            </a:r>
          </a:p>
          <a:p>
            <a:r>
              <a:rPr sz="1600"/>
              <a:t>3 of 37 customers are on annual contracts; the rest are monthly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17,000 licensed freight brokerages in the United States</a:t>
            </a:r>
          </a:p>
          <a:p>
            <a:r>
              <a:rPr sz="1600"/>
              <a:t>We target the 4,100 brokerages doing $10M-$250M in annual freight volume</a:t>
            </a:r>
          </a:p>
          <a:p>
            <a:r>
              <a:rPr sz="1600"/>
              <a:t>At our current $64,800 ACV that is a $266M serviceable market</a:t>
            </a:r>
          </a:p>
          <a:p>
            <a:r>
              <a:rPr sz="1600"/>
              <a:t>Source: FMCSA licensing data and company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Annual SaaS subscription priced per dispatcher seat</a:t>
            </a:r>
          </a:p>
          <a:p>
            <a:r>
              <a:rPr sz="1600"/>
              <a:t>Land at 8-12 seats, expand to 30+ as brokerages consolidate desks</a:t>
            </a:r>
          </a:p>
          <a:p>
            <a:r>
              <a:rPr sz="1600"/>
              <a:t>CAC $19,400 blended; payback in 14 months at current gross margin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Incumbent TMS vendors (McLeod, Turvo) bundle basic status tracking</a:t>
            </a:r>
          </a:p>
          <a:p>
            <a:r>
              <a:rPr sz="1600"/>
              <a:t>Point solutions focus on tracking visibility, not exception resolution</a:t>
            </a:r>
          </a:p>
          <a:p>
            <a:r>
              <a:rPr sz="1600"/>
              <a:t>Our exception classification model is trained on 2.1M labelled shipment events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Dana Whitfield, CEO - 9 years at C.H. Robinson, ran a 60-person brokerage desk</a:t>
            </a:r>
          </a:p>
          <a:p>
            <a:r>
              <a:rPr sz="1600"/>
              <a:t>Amir Kohli, CTO - built dispatch systems at Convoy, 11 years in logistics software</a:t>
            </a:r>
          </a:p>
          <a:p>
            <a:r>
              <a:rPr sz="1600"/>
              <a:t>14 full-time employees; 4 in engineering, 3 in customer success</a:t>
            </a:r>
          </a:p>
          <a:p>
            <a:r>
              <a:rPr sz="1600"/>
              <a:t>No full-time VP of Sales; the CEO closes all enterprise deals today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Raising $6M Seed</a:t>
            </a:r>
          </a:p>
          <a:p>
            <a:r>
              <a:rPr sz="1600"/>
              <a:t>$12M pre-money valuation cap</a:t>
            </a:r>
          </a:p>
          <a:p>
            <a:r>
              <a:rPr sz="1600"/>
              <a:t>Use of proceeds: 55% engineering, 30% go-to-market, 15% general and administrative</a:t>
            </a:r>
          </a:p>
          <a:p>
            <a:r>
              <a:rPr sz="1600"/>
              <a:t>24 months of runway to $10M ARR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Q4 2026: 75 customers and $5M ARR</a:t>
            </a:r>
          </a:p>
          <a:p>
            <a:r>
              <a:rPr sz="1600"/>
              <a:t>Q2 2027: self-serve onboarding live, CAC below $12,000</a:t>
            </a:r>
          </a:p>
          <a:p>
            <a:r>
              <a:rPr sz="1600"/>
              <a:t>Q4 2027: $10M ARR and first two enterprise shipper contracts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