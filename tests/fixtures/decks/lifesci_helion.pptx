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emphasize the helion bio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emphasize the the problem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emphasize the our solution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emphasize the team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emphasize the the ask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Helion 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Reprogramming macrophages to clear solid tumors</a:t>
            </a:r>
          </a:p>
          <a:p>
            <a:r>
              <a:t>Seed round | $4M | San Diego, 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Checkpoint inhibitors fail in 80% of solid tumor patients.</a:t>
            </a:r>
          </a:p>
          <a:p>
            <a:r>
              <a:t>Tumor-associated macrophages actively suppress T-cell response.</a:t>
            </a:r>
          </a:p>
          <a:p>
            <a:r>
              <a:t>No approved therapy targets the macrophage compartment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HLN-101 is a small molecule SIRP-alpha antagonist.</a:t>
            </a:r>
          </a:p>
          <a:p>
            <a:r>
              <a:t>Repolarizes M2 macrophages to an M1 phenotype in vitro.</a:t>
            </a:r>
          </a:p>
          <a:p>
            <a:r>
              <a:t>Oral dosing; no cold chain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Dr. Marisol Reyes, CEO - 12 years at Genentech, led two INDs.</a:t>
            </a:r>
          </a:p>
          <a:p>
            <a:r>
              <a:t>Dr. Peter Kwan, CSO - Professor of Immunology, UCSD.</a:t>
            </a:r>
          </a:p>
          <a:p>
            <a:r>
              <a:t>Commercial lead role is currently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Raising $4M seed to complete IND-enabling toxicology.</a:t>
            </a:r>
          </a:p>
          <a:p>
            <a:r>
              <a:t>18 month runway to a Phase 1 start.</a:t>
            </a:r>
          </a:p>
          <a:p>
            <a:r>
              <a:t>No lead investor committed to 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