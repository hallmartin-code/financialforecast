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Nimbus Freight.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Market.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Business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Traction.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Competition.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The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Nimbus Freight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Freight brokerage automation for mid-market shippers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US shippers spend 14 hours per week booking freight manually.</a:t>
            </a:r>
          </a:p>
          <a:p>
            <a:r>
              <a:t>Manual brokerage costs the industry $8.4 billion annually.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Nimbus automates load matching and rate negotiation.</a:t>
            </a:r>
          </a:p>
          <a:p>
            <a:r>
              <a:t>Integrates with existing TMS platforms in under two weeks.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TAM $12.5B</a:t>
            </a:r>
          </a:p>
          <a:p>
            <a:r>
              <a:t>SAM $3.2B</a:t>
            </a:r>
          </a:p>
          <a:p>
            <a:r>
              <a:t>SOM $320M</a:t>
            </a:r>
          </a:p>
          <a:p>
            <a:r>
              <a:t>Target customer: mid-market shippers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754880" y="4754880"/>
          <a:ext cx="3657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TAM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$12.5B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SaaS subscription plus 2% of booked freight value.</a:t>
            </a:r>
          </a:p>
          <a:p>
            <a:r>
              <a:t>Average contract value $84,000 per year.</a:t>
            </a:r>
          </a:p>
          <a:p>
            <a:r>
              <a:t>Gross margin 74%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2024 Revenue $2,000,000</a:t>
            </a:r>
          </a:p>
          <a:p>
            <a:r>
              <a:t>2025 Revenue $3,000,000</a:t>
            </a:r>
          </a:p>
          <a:p>
            <a:r>
              <a:t>ARR $3.2M</a:t>
            </a:r>
          </a:p>
          <a:p>
            <a:r>
              <a:t>47 customers</a:t>
            </a:r>
          </a:p>
          <a:p>
            <a:r>
              <a:t>Net revenue retention 118%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Dana Whitfield, CEO, 12 years at C.H. Robinson.</a:t>
            </a:r>
          </a:p>
          <a:p>
            <a:r>
              <a:t>Amir Haddad, CTO, previously staff engineer at Flexport.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Competition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Competitors: Convoy, Uber Freight, Loadsmart.</a:t>
            </a:r>
          </a:p>
          <a:p>
            <a:r>
              <a:t>Two granted patents covering automated rate negotiation.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Raising $8M Series A</a:t>
            </a:r>
          </a:p>
          <a:p>
            <a:r>
              <a:t>$3.5M committed</a:t>
            </a:r>
          </a:p>
          <a:p>
            <a:r>
              <a:t>Pre-money valuation $32M</a:t>
            </a:r>
          </a:p>
          <a:p>
            <a:r>
              <a:t>Use of proceeds: engineering $4M, sales $3M, working capital $1M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